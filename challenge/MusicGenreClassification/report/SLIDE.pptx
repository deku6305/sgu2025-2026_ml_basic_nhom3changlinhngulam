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12192000" cy="6858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170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1601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170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86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24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3125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" y="54868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Administrator</cp:lastModifiedBy>
  <cp:revision>3</cp:revision>
  <dcterms:modified xsi:type="dcterms:W3CDTF">2025-12-04T15:47:19Z</dcterms:modified>
</cp:coreProperties>
</file>